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D3B599-3A9A-4EAD-8ACB-4AB58B7BC661}" v="23" dt="2026-03-26T16:38:20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Loncar" userId="364a4c049b43ae1e" providerId="LiveId" clId="{D4B6C322-3989-44F2-8B8A-490335F73FF2}"/>
    <pc:docChg chg="undo custSel addSld delSld modSld">
      <pc:chgData name="Nikola Loncar" userId="364a4c049b43ae1e" providerId="LiveId" clId="{D4B6C322-3989-44F2-8B8A-490335F73FF2}" dt="2026-03-26T17:58:53.400" v="147" actId="1036"/>
      <pc:docMkLst>
        <pc:docMk/>
      </pc:docMkLst>
      <pc:sldChg chg="modSp mod">
        <pc:chgData name="Nikola Loncar" userId="364a4c049b43ae1e" providerId="LiveId" clId="{D4B6C322-3989-44F2-8B8A-490335F73FF2}" dt="2026-03-26T17:56:40.314" v="145" actId="1036"/>
        <pc:sldMkLst>
          <pc:docMk/>
          <pc:sldMk cId="0" sldId="257"/>
        </pc:sldMkLst>
        <pc:spChg chg="mod">
          <ac:chgData name="Nikola Loncar" userId="364a4c049b43ae1e" providerId="LiveId" clId="{D4B6C322-3989-44F2-8B8A-490335F73FF2}" dt="2026-03-26T17:56:40.314" v="145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Nikola Loncar" userId="364a4c049b43ae1e" providerId="LiveId" clId="{D4B6C322-3989-44F2-8B8A-490335F73FF2}" dt="2026-03-26T16:38:33.932" v="141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Nikola Loncar" userId="364a4c049b43ae1e" providerId="LiveId" clId="{D4B6C322-3989-44F2-8B8A-490335F73FF2}" dt="2026-03-26T17:58:53.400" v="147" actId="1036"/>
        <pc:sldMkLst>
          <pc:docMk/>
          <pc:sldMk cId="0" sldId="258"/>
        </pc:sldMkLst>
        <pc:spChg chg="mod">
          <ac:chgData name="Nikola Loncar" userId="364a4c049b43ae1e" providerId="LiveId" clId="{D4B6C322-3989-44F2-8B8A-490335F73FF2}" dt="2026-03-26T17:58:53.400" v="147" actId="10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ikola Loncar" userId="364a4c049b43ae1e" providerId="LiveId" clId="{D4B6C322-3989-44F2-8B8A-490335F73FF2}" dt="2026-03-26T16:42:36.911" v="143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Nikola Loncar" userId="364a4c049b43ae1e" providerId="LiveId" clId="{D4B6C322-3989-44F2-8B8A-490335F73FF2}" dt="2026-03-26T16:56:07.199" v="144" actId="20577"/>
        <pc:sldMkLst>
          <pc:docMk/>
          <pc:sldMk cId="0" sldId="259"/>
        </pc:sldMkLst>
        <pc:spChg chg="mod">
          <ac:chgData name="Nikola Loncar" userId="364a4c049b43ae1e" providerId="LiveId" clId="{D4B6C322-3989-44F2-8B8A-490335F73FF2}" dt="2026-03-26T15:48:29.704" v="80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ikola Loncar" userId="364a4c049b43ae1e" providerId="LiveId" clId="{D4B6C322-3989-44F2-8B8A-490335F73FF2}" dt="2026-03-26T16:56:07.199" v="144" actId="20577"/>
          <ac:spMkLst>
            <pc:docMk/>
            <pc:sldMk cId="0" sldId="259"/>
            <ac:spMk id="16" creationId="{00000000-0000-0000-0000-000000000000}"/>
          </ac:spMkLst>
        </pc:spChg>
      </pc:sldChg>
      <pc:sldChg chg="addSp modSp mod">
        <pc:chgData name="Nikola Loncar" userId="364a4c049b43ae1e" providerId="LiveId" clId="{D4B6C322-3989-44F2-8B8A-490335F73FF2}" dt="2026-03-26T15:59:40.597" v="109"/>
        <pc:sldMkLst>
          <pc:docMk/>
          <pc:sldMk cId="0" sldId="265"/>
        </pc:sldMkLst>
        <pc:spChg chg="mod">
          <ac:chgData name="Nikola Loncar" userId="364a4c049b43ae1e" providerId="LiveId" clId="{D4B6C322-3989-44F2-8B8A-490335F73FF2}" dt="2026-03-26T15:58:39.407" v="95"/>
          <ac:spMkLst>
            <pc:docMk/>
            <pc:sldMk cId="0" sldId="265"/>
            <ac:spMk id="6" creationId="{00000000-0000-0000-0000-000000000000}"/>
          </ac:spMkLst>
        </pc:spChg>
        <pc:spChg chg="mod">
          <ac:chgData name="Nikola Loncar" userId="364a4c049b43ae1e" providerId="LiveId" clId="{D4B6C322-3989-44F2-8B8A-490335F73FF2}" dt="2026-03-26T15:59:18.946" v="106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Nikola Loncar" userId="364a4c049b43ae1e" providerId="LiveId" clId="{D4B6C322-3989-44F2-8B8A-490335F73FF2}" dt="2026-03-26T15:59:15.997" v="104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ikola Loncar" userId="364a4c049b43ae1e" providerId="LiveId" clId="{D4B6C322-3989-44F2-8B8A-490335F73FF2}" dt="2026-03-26T15:59:36.571" v="108"/>
          <ac:spMkLst>
            <pc:docMk/>
            <pc:sldMk cId="0" sldId="265"/>
            <ac:spMk id="14" creationId="{00000000-0000-0000-0000-000000000000}"/>
          </ac:spMkLst>
        </pc:spChg>
        <pc:spChg chg="mod">
          <ac:chgData name="Nikola Loncar" userId="364a4c049b43ae1e" providerId="LiveId" clId="{D4B6C322-3989-44F2-8B8A-490335F73FF2}" dt="2026-03-26T15:59:40.597" v="109"/>
          <ac:spMkLst>
            <pc:docMk/>
            <pc:sldMk cId="0" sldId="265"/>
            <ac:spMk id="17" creationId="{00000000-0000-0000-0000-000000000000}"/>
          </ac:spMkLst>
        </pc:spChg>
        <pc:spChg chg="add mod">
          <ac:chgData name="Nikola Loncar" userId="364a4c049b43ae1e" providerId="LiveId" clId="{D4B6C322-3989-44F2-8B8A-490335F73FF2}" dt="2026-03-26T15:58:26.909" v="94" actId="1076"/>
          <ac:spMkLst>
            <pc:docMk/>
            <pc:sldMk cId="0" sldId="265"/>
            <ac:spMk id="18" creationId="{F8D4EFC4-37A4-507A-EAEB-589AF025D40A}"/>
          </ac:spMkLst>
        </pc:spChg>
      </pc:sldChg>
      <pc:sldChg chg="add del setBg">
        <pc:chgData name="Nikola Loncar" userId="364a4c049b43ae1e" providerId="LiveId" clId="{D4B6C322-3989-44F2-8B8A-490335F73FF2}" dt="2026-03-26T16:04:04.370" v="120" actId="47"/>
        <pc:sldMkLst>
          <pc:docMk/>
          <pc:sldMk cId="0" sldId="266"/>
        </pc:sldMkLst>
      </pc:sldChg>
      <pc:sldChg chg="add del setBg">
        <pc:chgData name="Nikola Loncar" userId="364a4c049b43ae1e" providerId="LiveId" clId="{D4B6C322-3989-44F2-8B8A-490335F73FF2}" dt="2026-03-26T16:09:03.953" v="132" actId="47"/>
        <pc:sldMkLst>
          <pc:docMk/>
          <pc:sldMk cId="633134128" sldId="266"/>
        </pc:sldMkLst>
      </pc:sldChg>
      <pc:sldChg chg="new del">
        <pc:chgData name="Nikola Loncar" userId="364a4c049b43ae1e" providerId="LiveId" clId="{D4B6C322-3989-44F2-8B8A-490335F73FF2}" dt="2026-03-26T16:08:46.441" v="127" actId="47"/>
        <pc:sldMkLst>
          <pc:docMk/>
          <pc:sldMk cId="1666814624" sldId="266"/>
        </pc:sldMkLst>
      </pc:sldChg>
      <pc:sldChg chg="new del">
        <pc:chgData name="Nikola Loncar" userId="364a4c049b43ae1e" providerId="LiveId" clId="{D4B6C322-3989-44F2-8B8A-490335F73FF2}" dt="2026-03-26T16:03:29.366" v="116" actId="47"/>
        <pc:sldMkLst>
          <pc:docMk/>
          <pc:sldMk cId="2301896342" sldId="266"/>
        </pc:sldMkLst>
      </pc:sldChg>
      <pc:sldChg chg="new del">
        <pc:chgData name="Nikola Loncar" userId="364a4c049b43ae1e" providerId="LiveId" clId="{D4B6C322-3989-44F2-8B8A-490335F73FF2}" dt="2026-03-26T16:04:49.702" v="123" actId="47"/>
        <pc:sldMkLst>
          <pc:docMk/>
          <pc:sldMk cId="2929873698" sldId="266"/>
        </pc:sldMkLst>
      </pc:sldChg>
      <pc:sldChg chg="add del setBg">
        <pc:chgData name="Nikola Loncar" userId="364a4c049b43ae1e" providerId="LiveId" clId="{D4B6C322-3989-44F2-8B8A-490335F73FF2}" dt="2026-03-26T16:08:48.180" v="128" actId="47"/>
        <pc:sldMkLst>
          <pc:docMk/>
          <pc:sldMk cId="0" sldId="267"/>
        </pc:sldMkLst>
      </pc:sldChg>
      <pc:sldChg chg="add del setBg">
        <pc:chgData name="Nikola Loncar" userId="364a4c049b43ae1e" providerId="LiveId" clId="{D4B6C322-3989-44F2-8B8A-490335F73FF2}" dt="2026-03-26T16:09:02.834" v="131" actId="47"/>
        <pc:sldMkLst>
          <pc:docMk/>
          <pc:sldMk cId="372646222" sldId="267"/>
        </pc:sldMkLst>
      </pc:sldChg>
      <pc:sldChg chg="add del setBg">
        <pc:chgData name="Nikola Loncar" userId="364a4c049b43ae1e" providerId="LiveId" clId="{D4B6C322-3989-44F2-8B8A-490335F73FF2}" dt="2026-03-26T16:03:28.112" v="114" actId="47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871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4" name="Shape 2"/>
          <p:cNvSpPr/>
          <p:nvPr/>
        </p:nvSpPr>
        <p:spPr>
          <a:xfrm>
            <a:off x="0" y="91440"/>
            <a:ext cx="201168" cy="4960620"/>
          </a:xfrm>
          <a:prstGeom prst="rect">
            <a:avLst/>
          </a:prstGeom>
          <a:solidFill>
            <a:srgbClr val="243C56"/>
          </a:solidFill>
          <a:ln w="12700">
            <a:solidFill>
              <a:srgbClr val="243C56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41248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Filtriranje i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poboljšanje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kontrasta</a:t>
            </a:r>
            <a:r>
              <a:rPr lang="hr-HR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medicinskih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slika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 slike i računalni vid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8412480" cy="45719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pPr algn="ctr"/>
            <a:endParaRPr lang="en-AS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Lončar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r-HR" sz="1200" dirty="0">
                <a:solidFill>
                  <a:srgbClr val="7A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200" dirty="0">
                <a:solidFill>
                  <a:srgbClr val="7A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Uvod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02643"/>
            <a:ext cx="4069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069080" cy="420624"/>
          </a:xfrm>
          <a:prstGeom prst="rect">
            <a:avLst/>
          </a:prstGeom>
          <a:solidFill>
            <a:srgbClr val="243C56"/>
          </a:solidFill>
          <a:ln w="12700">
            <a:solidFill>
              <a:srgbClr val="243C56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je ovo važno?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9903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Digitalna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patologija</a:t>
            </a:r>
            <a:r>
              <a:rPr lang="hr-HR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brzorastuć</a:t>
            </a:r>
            <a:r>
              <a:rPr lang="hr-HR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područje</a:t>
            </a:r>
            <a:endParaRPr lang="hr-HR" sz="12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FontTx/>
              <a:buChar char="•"/>
            </a:pP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posebno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osjetljivi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degradacije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Histopatološke slike rijetko su savršene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Šum iz digitalizacije preparata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Neujednačeno osvjetljenje i slab kontrast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Prethodna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</a:t>
            </a:r>
            <a:r>
              <a:rPr lang="hr-HR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ključan korak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896112"/>
            <a:ext cx="4297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10" name="Shape 8"/>
          <p:cNvSpPr/>
          <p:nvPr/>
        </p:nvSpPr>
        <p:spPr>
          <a:xfrm>
            <a:off x="4572000" y="896112"/>
            <a:ext cx="4297680" cy="420624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MHIST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399032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Histopatološke slike kolorektalnih polipa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</a:t>
            </a:r>
            <a:r>
              <a:rPr lang="hr-HR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Sessile Serrated Adenoma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</a:t>
            </a:r>
            <a:r>
              <a:rPr lang="hr-HR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Hyperplastic Polyp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ovom radu: samo analiza obrade slike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Teorijska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Filtri za redukciju šuma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2834640" cy="457200"/>
          </a:xfrm>
          <a:prstGeom prst="rect">
            <a:avLst/>
          </a:prstGeom>
          <a:solidFill>
            <a:srgbClr val="2E5D8A"/>
          </a:solidFill>
          <a:ln w="12700">
            <a:solidFill>
              <a:srgbClr val="2E5D8A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Gaussov filter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987552"/>
            <a:ext cx="658368" cy="256032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9" name="Text 7"/>
          <p:cNvSpPr/>
          <p:nvPr/>
        </p:nvSpPr>
        <p:spPr>
          <a:xfrm>
            <a:off x="2286000" y="987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LINEARNI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435608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Težinski prosjek susjednih piksela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hr-H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Uklanja šum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hr-H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Zamućuje rubove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909174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12" name="Shape 10"/>
          <p:cNvSpPr/>
          <p:nvPr/>
        </p:nvSpPr>
        <p:spPr>
          <a:xfrm>
            <a:off x="3172968" y="896112"/>
            <a:ext cx="2834640" cy="457200"/>
          </a:xfrm>
          <a:prstGeom prst="rect">
            <a:avLst/>
          </a:prstGeom>
          <a:solidFill>
            <a:srgbClr val="4A7DA8"/>
          </a:solidFill>
          <a:ln w="12700">
            <a:solidFill>
              <a:srgbClr val="4A7DA8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3" name="Text 11"/>
          <p:cNvSpPr/>
          <p:nvPr/>
        </p:nvSpPr>
        <p:spPr>
          <a:xfrm>
            <a:off x="3264408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76088" y="987552"/>
            <a:ext cx="658368" cy="256032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5" name="Text 13"/>
          <p:cNvSpPr/>
          <p:nvPr/>
        </p:nvSpPr>
        <p:spPr>
          <a:xfrm>
            <a:off x="5276088" y="987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NELINEARNI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64408" y="1435608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hr-H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susjedstva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Otporan na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impulsni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šum</a:t>
            </a:r>
            <a:endParaRPr lang="hr-HR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hr-H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čuva rubove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Konzervativ</a:t>
            </a:r>
            <a:r>
              <a:rPr lang="hr-H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89611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18" name="Shape 16"/>
          <p:cNvSpPr/>
          <p:nvPr/>
        </p:nvSpPr>
        <p:spPr>
          <a:xfrm>
            <a:off x="6163056" y="896112"/>
            <a:ext cx="2834640" cy="457200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9" name="Text 17"/>
          <p:cNvSpPr/>
          <p:nvPr/>
        </p:nvSpPr>
        <p:spPr>
          <a:xfrm>
            <a:off x="6254496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Bilateralni filter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66176" y="987552"/>
            <a:ext cx="658368" cy="256032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21" name="Text 19"/>
          <p:cNvSpPr/>
          <p:nvPr/>
        </p:nvSpPr>
        <p:spPr>
          <a:xfrm>
            <a:off x="8266176" y="987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NELINEARNI+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54496" y="1435608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Prostorna + intenzitetska sličnost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različitim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intenzitetom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mala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težina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Zaglađuje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područja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rubove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između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tkivnih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regija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hr-H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Najbolji za medicinske slike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Metode poboljšanja kontrasta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4069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0690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05840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GLOBALNA METODA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1069848" cy="23774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0" name="Text 8"/>
          <p:cNvSpPr/>
          <p:nvPr/>
        </p:nvSpPr>
        <p:spPr>
          <a:xfrm>
            <a:off x="384048" y="143560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Redistribuira intenzitete po cijelom rasponu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Povećava globalni kontrast brzo i jednostavno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razlikuje signal od šuma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stvoriti lažne tkivne artefakte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896112"/>
            <a:ext cx="4297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12" name="Shape 10"/>
          <p:cNvSpPr/>
          <p:nvPr/>
        </p:nvSpPr>
        <p:spPr>
          <a:xfrm>
            <a:off x="4572000" y="896112"/>
            <a:ext cx="4297680" cy="457200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3" name="Text 11"/>
          <p:cNvSpPr/>
          <p:nvPr/>
        </p:nvSpPr>
        <p:spPr>
          <a:xfrm>
            <a:off x="466344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70648" y="10058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LOKALNA METODA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470648" y="1005840"/>
            <a:ext cx="1325880" cy="23774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6" name="Text 14"/>
          <p:cNvSpPr/>
          <p:nvPr/>
        </p:nvSpPr>
        <p:spPr>
          <a:xfrm>
            <a:off x="4681728" y="1435608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Dijeli sliku na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regije</a:t>
            </a:r>
            <a:endParaRPr lang="hr-HR" sz="12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Izjednačava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histogram zasebno u svakom tileu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Pouzdaniji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prirodniji prikaz tkiva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 medicinskim primjenama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hr-H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Vizualna usporedba rezultata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3950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1 </a:t>
            </a:r>
            <a:r>
              <a:rPr lang="hr-HR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Vizualna usporedba: Original · Gaussian · Median · Bilateral · Histogram Equalization · CLAHE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hr-H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grafički prikaz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50392"/>
            <a:ext cx="41148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1605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2 </a:t>
            </a:r>
            <a:r>
              <a:rPr lang="hr-HR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Prosječni SNR po filtru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8600" y="4434840"/>
            <a:ext cx="4206240" cy="502920"/>
          </a:xfrm>
          <a:prstGeom prst="rect">
            <a:avLst/>
          </a:prstGeom>
          <a:solidFill>
            <a:srgbClr val="E6F4F1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9" name="Text 6"/>
          <p:cNvSpPr/>
          <p:nvPr/>
        </p:nvSpPr>
        <p:spPr>
          <a:xfrm>
            <a:off x="274320" y="44622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Bilateralni: 18.58 dB  ·  Gaussian: 18.07 dB  ·  Median: 16.59 dB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80467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50392"/>
            <a:ext cx="4114800" cy="3291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41605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3 </a:t>
            </a:r>
            <a:r>
              <a:rPr lang="hr-HR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Prosječni kontrastni omjer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09160" y="4434840"/>
            <a:ext cx="4206240" cy="502920"/>
          </a:xfrm>
          <a:prstGeom prst="rect">
            <a:avLst/>
          </a:prstGeom>
          <a:solidFill>
            <a:srgbClr val="FEF3E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4" name="Text 10"/>
          <p:cNvSpPr/>
          <p:nvPr/>
        </p:nvSpPr>
        <p:spPr>
          <a:xfrm>
            <a:off x="4754880" y="44622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0.505  ·  HistEq: 0.899 (artefakti!)  ·  CLAHE: 0.733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4" name="Shape 2"/>
          <p:cNvSpPr/>
          <p:nvPr/>
        </p:nvSpPr>
        <p:spPr>
          <a:xfrm>
            <a:off x="0" y="91440"/>
            <a:ext cx="201168" cy="4960620"/>
          </a:xfrm>
          <a:prstGeom prst="rect">
            <a:avLst/>
          </a:prstGeom>
          <a:solidFill>
            <a:srgbClr val="243C56"/>
          </a:solidFill>
          <a:ln w="12700">
            <a:solidFill>
              <a:srgbClr val="243C56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hr-H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Zaključak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2608" y="850392"/>
            <a:ext cx="2788920" cy="3977640"/>
          </a:xfrm>
          <a:prstGeom prst="rect">
            <a:avLst/>
          </a:prstGeom>
          <a:solidFill>
            <a:srgbClr val="172340"/>
          </a:solidFill>
          <a:ln w="12700">
            <a:solidFill>
              <a:srgbClr val="2A407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 dirty="0"/>
          </a:p>
        </p:txBody>
      </p:sp>
      <p:sp>
        <p:nvSpPr>
          <p:cNvPr id="7" name="Shape 5"/>
          <p:cNvSpPr/>
          <p:nvPr/>
        </p:nvSpPr>
        <p:spPr>
          <a:xfrm>
            <a:off x="292608" y="850392"/>
            <a:ext cx="2788920" cy="438912"/>
          </a:xfrm>
          <a:prstGeom prst="rect">
            <a:avLst/>
          </a:prstGeom>
          <a:solidFill>
            <a:srgbClr val="2E5D8A"/>
          </a:solidFill>
          <a:ln w="12700">
            <a:solidFill>
              <a:srgbClr val="2E5D8A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8" name="Text 6"/>
          <p:cNvSpPr/>
          <p:nvPr/>
        </p:nvSpPr>
        <p:spPr>
          <a:xfrm>
            <a:off x="384048" y="8686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Filtriranje šuma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371600"/>
            <a:ext cx="259689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Bilateralni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 </a:t>
            </a:r>
            <a:r>
              <a:rPr lang="hr-H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optimalni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Učinkovita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redukcija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šuma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Očuvanje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rubova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tkivnih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50392"/>
            <a:ext cx="2788920" cy="3977640"/>
          </a:xfrm>
          <a:prstGeom prst="rect">
            <a:avLst/>
          </a:prstGeom>
          <a:solidFill>
            <a:srgbClr val="172340"/>
          </a:solidFill>
          <a:ln w="12700">
            <a:solidFill>
              <a:srgbClr val="2A407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11" name="Shape 9"/>
          <p:cNvSpPr/>
          <p:nvPr/>
        </p:nvSpPr>
        <p:spPr>
          <a:xfrm>
            <a:off x="3246120" y="850392"/>
            <a:ext cx="27889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2" name="Text 10"/>
          <p:cNvSpPr/>
          <p:nvPr/>
        </p:nvSpPr>
        <p:spPr>
          <a:xfrm>
            <a:off x="3337560" y="8686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Poboljšanje kontrasta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371600"/>
            <a:ext cx="259689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</a:t>
            </a:r>
            <a:r>
              <a:rPr lang="hr-H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superioran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izbor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Pouzdaniji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prirodniji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lažnih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850392"/>
            <a:ext cx="2788920" cy="3977640"/>
          </a:xfrm>
          <a:prstGeom prst="rect">
            <a:avLst/>
          </a:prstGeom>
          <a:solidFill>
            <a:srgbClr val="172340"/>
          </a:solidFill>
          <a:ln w="12700">
            <a:solidFill>
              <a:srgbClr val="2A407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S"/>
          </a:p>
        </p:txBody>
      </p:sp>
      <p:sp>
        <p:nvSpPr>
          <p:cNvPr id="15" name="Shape 13"/>
          <p:cNvSpPr/>
          <p:nvPr/>
        </p:nvSpPr>
        <p:spPr>
          <a:xfrm>
            <a:off x="6199632" y="850392"/>
            <a:ext cx="2788920" cy="438912"/>
          </a:xfrm>
          <a:prstGeom prst="rect">
            <a:avLst/>
          </a:prstGeom>
          <a:solidFill>
            <a:srgbClr val="2C8C8C"/>
          </a:solidFill>
          <a:ln w="12700">
            <a:solidFill>
              <a:srgbClr val="2C8C8C"/>
            </a:solidFill>
            <a:prstDash val="solid"/>
          </a:ln>
        </p:spPr>
        <p:txBody>
          <a:bodyPr/>
          <a:lstStyle/>
          <a:p>
            <a:endParaRPr lang="en-AS"/>
          </a:p>
        </p:txBody>
      </p:sp>
      <p:sp>
        <p:nvSpPr>
          <p:cNvPr id="16" name="Text 14"/>
          <p:cNvSpPr/>
          <p:nvPr/>
        </p:nvSpPr>
        <p:spPr>
          <a:xfrm>
            <a:off x="6291072" y="8686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Preporučena kombinacija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259689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Bilateralni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 → CLAHE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Optimalan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za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histopatološke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307</Words>
  <Application>Microsoft Office PowerPoint</Application>
  <PresentationFormat>On-screen Show (16:9)</PresentationFormat>
  <Paragraphs>75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Filtriranje i poboljšanje kontrasta medicinskih slika</dc:title>
  <dc:subject>PptxGenJS Presentation</dc:subject>
  <dc:creator>PptxGenJS</dc:creator>
  <cp:lastModifiedBy>Nikola Loncar</cp:lastModifiedBy>
  <cp:revision>9</cp:revision>
  <dcterms:created xsi:type="dcterms:W3CDTF">2026-03-23T10:28:20Z</dcterms:created>
  <dcterms:modified xsi:type="dcterms:W3CDTF">2026-03-27T12:25:58Z</dcterms:modified>
</cp:coreProperties>
</file>